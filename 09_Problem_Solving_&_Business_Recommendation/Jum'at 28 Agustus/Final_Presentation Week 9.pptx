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F4A6C1">
              <a:alpha val="30000"/>
            </a:srgbClr>
          </a:solidFill>
          <a:ln w="12700">
            <a:solidFill>
              <a:srgbClr val="F4A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A6C8F4">
              <a:alpha val="30000"/>
            </a:srgbClr>
          </a:solidFill>
          <a:ln w="12700">
            <a:solidFill>
              <a:srgbClr val="A6C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BUSINESS CASE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Mengatasi Tekanan Profitabilitas Superstore Inc.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Data-Driven: dari Masalah hingga Rekomendasi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828800" cy="0"/>
          </a:xfrm>
          <a:prstGeom prst="line">
            <a:avLst/>
          </a:prstGeom>
          <a:noFill/>
          <a:ln w="31750">
            <a:solidFill>
              <a:srgbClr val="9C4F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Sandya Gifta   |   Junior Data Analyst Simulation   |   Edusoft Center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6309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Superstore Inc. melaporkan penurunan performa dalam 3 bulan terakhir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ditelusuri: volume penjualan (Sales) sebenarnya masih bertumbuh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tertekan adalah profitabilitas - 18.7% dari 9,994 transaksi mengalami kerugian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06640" y="192024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9C4F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057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06640" y="25786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Merugi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06640" y="310896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32461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$2.30M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06640" y="37673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F4A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"Faktor apa yang paling berkontribusi terhadap tekanan profitabilitas perusahaan, dan bagaimana cara mengatasinya?"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 dan wilayah mana yang paling berkontribusi?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karena jumlah transaksi atau nilai transaksi yang berubah?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kebijakan diskon berkontribusi terhadap penurunan profit?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ada pola berbeda di tiap segmen pelanggan?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ini pola musiman atau penurunan yang riil?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3657600"/>
        </p:xfrm>
        <a:graphic>
          <a:graphicData uri="http://schemas.openxmlformats.org/drawingml/2006/table">
            <a:tbl>
              <a:tblPr/>
              <a:tblGrid>
                <a:gridCol w="4114800"/>
                <a:gridCol w="676656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Sales &amp; Profit Margin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Mengukur besaran penjualan dan kesehatan keuntungan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Order 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Mengukur nilai rata-rata tiap transaksi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Discount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Memantau agresivitas kebijakan diskon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Transaction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Persentase transaksi yang merugi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Growth Rate (YoY)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Membedakan tren riil dari pola musiman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Method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superstore_clean.csv - 9,994 transaksi, periode 2015-2018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kunci: Sales, Profit, Discount, Region, Category, Sub-Category, Segment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1: Exploratory Data Analysis (statistik, univariate, bivariate, korelasi)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2: Root Cause Analysis (5 Why, Fishbone, Pareto, Drill Down)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3: Analisis lanjutan (Comparison, Contribution, Segment, Trend Analysis)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9C4F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$286.4K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92024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2057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06240" y="2578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1920240"/>
            <a:ext cx="3749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9C4F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057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0" y="25786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Kerugian dari Diskon Tinggi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10881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dengan Discount &gt;=40% hanya 11.4% dari total transaksi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Namun transaksi tersebut menyumbang 80.3% dari total kerugian perusahaan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rata-rata berubah dari +$66.9 (Discount 0%) menjadi -$134.6 (Discount 41-60%)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Akar masalah BUKAN "penjualan turun", melainkan kebijakan diskon yang tidak mempertimbangkan margin produk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paling terasa pada kategori Furniture, khususnya sub-category Tables dan Bookcases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Terkonsentrasi di wilayah Central - satu-satunya kombinasi Region x Category yang merugi dari seluruh data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terkonsentrasi pada kombinasi spesifik, bukan tersebar merata di seluruh bisnis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kerugian mengikuti prinsip Pareto - perbaikan pada segelintir titik bisa berdampak besar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ini konsisten di semua segmen pelanggan -&gt; ini masalah kebijakan, bukan masalah pelanggan tertentu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kerugian tahunan meningkat 69% dari 2015 ke 2018 - dampaknya membesar jika dibiarkan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3657600"/>
        </p:xfrm>
        <a:graphic>
          <a:graphicData uri="http://schemas.openxmlformats.org/drawingml/2006/table">
            <a:tbl>
              <a:tblPr/>
              <a:tblGrid>
                <a:gridCol w="5029200"/>
                <a:gridCol w="1920240"/>
                <a:gridCol w="1920240"/>
                <a:gridCol w="201168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Dampak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Batas Maksimum Diskon 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Tinggi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Tinggi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 Manager untuk Diskon &gt;20%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Sedang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Sedang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Tinggi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Diskon Berbasis Margin per Produk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Tinggi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Tinggi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Monitoring Real-time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Sedang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Sedang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Evaluasi Ulang Tables &amp; Bookcases Central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Sedang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Sedang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Sedang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Terapkan batas maksimum diskon 20% untuk kategori Furniture dan Office Supplies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Wajibkan approval manager untuk diskon di atas 20%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Evaluasi ulang strategi harga untuk Tables dan Bookcases di wilayah Central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33832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9050">
            <a:solidFill>
              <a:srgbClr val="9C4F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$125K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Potensi Kerugian Terselamatkan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920240"/>
            <a:ext cx="33832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2057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06240" y="2578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Keseluruhan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1920240"/>
            <a:ext cx="37490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9050">
            <a:solidFill>
              <a:srgbClr val="9C4F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057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Impas+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0" y="25786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Central-Furniture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10881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penjualan yang sudah tumbuh konsisten tetap terjaga - solusi fokus pada efisiensi diskon, bukan mengurangi penjualan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Central-Furniture berpotensi berubah dari merugi (-$2,871) menjadi setidaknya impas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0881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Penurunan performa Superstore Inc. bersumber dari kebijakan diskon yang tidak terkontrol, bukan penurunan permintaan pasar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ini terkonsentrasi dan dapat ditangani tanpa perombakan besar-besaran pada operasional bisnis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rekomendasi yang diajukan bersifat data-driven, terukur, dan dapat diimplementasikan secara bertahap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2026-08-28T05:18:16Z</dcterms:created>
  <dcterms:modified xsi:type="dcterms:W3CDTF">2026-08-28T05:18:16Z</dcterms:modified>
</cp:coreProperties>
</file>