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F4A6C1">
              <a:alpha val="30000"/>
            </a:srgbClr>
          </a:solidFill>
          <a:ln w="12700">
            <a:solidFill>
              <a:srgbClr val="F4A6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A6C8F4">
              <a:alpha val="30000"/>
            </a:srgbClr>
          </a:solidFill>
          <a:ln w="12700">
            <a:solidFill>
              <a:srgbClr val="A6C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— MINGGU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Statistik, Visualisasi, dan Insight Awal — Titanic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828800" cy="0"/>
          </a:xfrm>
          <a:prstGeom prst="line">
            <a:avLst/>
          </a:prstGeom>
          <a:noFill/>
          <a:ln w="31750">
            <a:solidFill>
              <a:srgbClr val="9C4F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Gambaran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Titanic Dataset (Kaggle) — hasil olahan dari project Data Cleaning Minggu 3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 baris data penumpang, 16 kolom (12 kolom awal + 4 hasil feature engineering)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bersih 100% dari missing value dan duplicate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 utama: Survived, P_Class, Sex, Age, Fare, Family_Size, Age_Group, Title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87452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0" y="25328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Baris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0" y="306324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3200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0" y="3721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0" y="425196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9C4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4389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49103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 Deskriptif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719072"/>
                <a:gridCol w="1719072"/>
                <a:gridCol w="1719072"/>
                <a:gridCol w="1719072"/>
                <a:gridCol w="17190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Kolom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Std Dev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4F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512.33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49.69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Family_Size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Fare punya mean (32.2) jauh lebih tinggi dari median (14.45) — distribusinya miring ke kanan karena ada tiket kelas atas yang jauh lebih mahal dari mayoritas.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— Univariate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pic>
        <p:nvPicPr>
          <p:cNvPr id="5" name="Image 0" descr="charts/1_histogram_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12080" cy="3127248"/>
          </a:xfrm>
          <a:prstGeom prst="rect">
            <a:avLst/>
          </a:prstGeom>
        </p:spPr>
      </p:pic>
      <p:pic>
        <p:nvPicPr>
          <p:cNvPr id="6" name="Image 1" descr="charts/3_piechart_s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1206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— Bivariate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pic>
        <p:nvPicPr>
          <p:cNvPr id="5" name="Image 0" descr="charts/1_scatter_age_f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394960" cy="3474720"/>
          </a:xfrm>
          <a:prstGeom prst="rect">
            <a:avLst/>
          </a:prstGeom>
        </p:spPr>
      </p:pic>
      <p:pic>
        <p:nvPicPr>
          <p:cNvPr id="6" name="Image 1" descr="charts/4_linechart_agegroup_survi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3949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— Korelasi Antarvariabel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pic>
        <p:nvPicPr>
          <p:cNvPr id="5" name="Image 0" descr="charts/6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737360"/>
            <a:ext cx="44805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Awal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Perempuan punya tingkat keselamatan jauh lebih tinggi (74.2%) dibanding laki-laki (18.9%)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tiket sangat berpengaruh: Kelas 1 (63.0%) &gt; Kelas 2 (47.3%) &gt; Kelas 3 (24.2%)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Anak-anak punya tingkat keselamatan tertinggi (58.0%) di antara semua kelompok umur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P_Class (-0.34) dan Fare (+0.26) adalah dua variabel dengan korelasi terkuat terhadap Survived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Penumpang yang bepergian bersama keluarga punya peluang selamat lebih tinggi dibanding yang sendirian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Potensi Analisis Lanjutan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untuk Minggu 7 — EDA Lanjutan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25400">
            <a:solidFill>
              <a:srgbClr val="F4A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 — melihat pola berdasarkan urutan data (jika ada dimensi waktu/urutan boarding)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Segmentasi Data — analisis lebih dalam berdasarkan kombinasi kelas, umur, dan gender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&amp; Pattern Analysis — investigasi lebih lanjut tiket dengan harga ekstrem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Interaktif — menyusun dashboard ringkas untuk mempermudah eksplorasi data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 — merumuskan insight jadi rekomendasi yang actionable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A6C8F4">
              <a:alpha val="30000"/>
            </a:srgbClr>
          </a:solidFill>
          <a:ln w="12700">
            <a:solidFill>
              <a:srgbClr val="A6C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F4A6C1">
              <a:alpha val="30000"/>
            </a:srgbClr>
          </a:solidFill>
          <a:ln w="12700">
            <a:solidFill>
              <a:srgbClr val="F4A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dan insight ini siap dilanjutkan ke tahap EDA Lanjutan — Minggu 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Sandya Gifta   |   Junior Data Analyst Simulation   |   Edusoft Center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2026-08-07T04:03:37Z</dcterms:created>
  <dcterms:modified xsi:type="dcterms:W3CDTF">2026-08-07T04:03:37Z</dcterms:modified>
</cp:coreProperties>
</file>